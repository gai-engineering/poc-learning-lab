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A1A2E"/>
                </a:solidFill>
              </a:defRPr>
            </a:pPr>
            <a:r>
              <a:t>POC Learning Lab — The Business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555555"/>
                </a:solidFill>
              </a:defRPr>
            </a:pPr>
            <a:r>
              <a:t>Three agent patterns an executive can inspect before funding anything.</a:t>
            </a:r>
            <a:br/>
            <a:r>
              <a:t>GAI Observe LLC · Executive brief ·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C1666B"/>
                </a:solidFill>
              </a:defRPr>
            </a:pPr>
            <a:r>
              <a:t>Honesty note: the Day 1 notebooks are scripted demonstrations over synthetic data, labelled ILLUSTRATIVE in the repository. The measured-pilot standard is slide 7.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A1A2E"/>
                </a:solidFill>
              </a:defRPr>
            </a:pPr>
            <a:r>
              <a:t>Why agents fail in business — it is rarely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• Claims nobody can trace — a vision agent asserts; nobody can check where it looked.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• State nobody can audit — work happens in side channels; the audit is a reconstruction.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• Behaviour nobody contracted — scope invented at runtime, outputs downstream cannot consume, runs that never cleanly end.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The lab's three patterns are the cheapest known controls for exactly these three failures — each one small, runnable, and public.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GAI Observe LLC · POC Learning Lab · github.com/GAI-Engineering/poc-learning-lab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A1A2E"/>
                </a:solidFill>
              </a:defRPr>
            </a:pPr>
            <a:r>
              <a:t>Pattern 1 · Grounded perception + verification (POC 01)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Flow: scene → claims (region + confidence) → flag rule → verification → survival rate.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The money: unverified automation is rework with a latency period. The survival rate prices human touch BEFORE scale.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Insurance &amp; field services — photo claims triage, damage assessment.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Construction &amp; facilities — site-inspection QA.  Retail — shelf/signage audits.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Public sector — accessibility audits of public spaces (the demo's case).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GAI Observe LLC · POC Learning Lab · github.com/GAI-Engineering/poc-learning-lab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A1A2E"/>
                </a:solidFill>
              </a:defRPr>
            </a:pPr>
            <a:r>
              <a:t>Pattern 2 · The transcript is the system of record (POC 02)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Flow: Analyst ↔ transcript ↔ Executor — no side channels; findings and replay read from the transcript alone.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The money: coordination failures are provenance failures. A transcript-of-record removes reconstruction cost from every audit, dispute and incident review.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Contact centres — agent-assist wrap-up, QA sampling, complaints.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Finance operations — reconciliations with a full trail.  Healthcare admin — auditable case coordination.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Shared services / BPO — any workflow where the client may say: show 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GAI Observe LLC · POC Learning Lab · github.com/GAI-Engineering/poc-learning-lab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A1A2E"/>
                </a:solidFill>
              </a:defRPr>
            </a:pPr>
            <a:r>
              <a:t>Pattern 3 · Contract before capability — RODS (POC 03)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Flow: four-line contract → linter → run → typed completion signal → termination on the signal.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The money: agent incidents are contract incidents. Four lines and a checker price the risk BEFORE deployment — the cheapest control in this field.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Telecom &amp; utilities — regulated operations, SLA extraction.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Banking &amp; insurance — document extraction with explicit do-nots.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Legal operations — clause and obligation extraction (the demo's case).  Any enterprise — as the intake gate for internal agents.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GAI Observe LLC · POC Learning Lab · github.com/GAI-Engineering/poc-learning-lab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A1A2E"/>
                </a:solidFill>
              </a:defRPr>
            </a:pPr>
            <a:r>
              <a:t>The concepts on one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01 SEE:  scene → claims + confidence → flag → verify → SURVIVAL RATE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02 TALK: Analyst ↔ TRANSCRIPT (the record) ↔ Executor → findings · replay · audit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03 RODS: contract → LINT → run → typed signal → clean termination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Full diagrams (Mermaid, rendered on GitHub): diagrams/CONCEPT-DIAGRAMS.md in the repository.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GAI Observe LLC · POC Learning Lab · github.com/GAI-Engineering/poc-learning-lab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A1A2E"/>
                </a:solidFill>
              </a:defRPr>
            </a:pPr>
            <a:r>
              <a:t>From demonstration to deployment — four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1 · Pattern fit (days) — name the owner and the cost line the pattern moves. No pattern, no project.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2 · Measured pilot (weeks) — one site, one workflow, human checkers; illustrative metrics become measured ones against a recorded baseline.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3 · Contract &amp; controls (weeks) — RODS contracts on every agent, transcript-of-record on, verification loop staffed.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4 · Scale decision — expand only on the measured pilot numbers. The same evidence discipline this repo is published under.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GAI Observe LLC · POC Learning Lab · github.com/GAI-Engineering/poc-learning-lab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A1A2E"/>
                </a:solidFill>
              </a:defRPr>
            </a:pPr>
            <a:r>
              <a:t>The lean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The reference implementations are free (MIT code / CC BY 4.0 text) and run offline — inspect them before any meeting.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Step 2's real cost is people-time: one business owner, one engineer, checker hours for the verification loop.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Evidence first. Platform spend after the numbers exist.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Repository: github.com/GAI-Engineering/poc-learning-lab — business case: business/BUSINESS-CASE.md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GAI Observe LLC · POC Learning Lab · github.com/GAI-Engineering/poc-learning-lab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