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400" b="1">
                <a:solidFill>
                  <a:srgbClr val="1A1A2E"/>
                </a:solidFill>
              </a:defRPr>
            </a:pPr>
            <a:r>
              <a:t>POC Learning Lab — The Business Case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29184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555555"/>
                </a:solidFill>
              </a:defRPr>
            </a:pPr>
            <a:r>
              <a:t>Three agent patterns an executive can inspect before funding anything.</a:t>
            </a:r>
            <a:br/>
            <a:r>
              <a:t>GAI Observe LLC · Executive brief · October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9377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i="1">
                <a:solidFill>
                  <a:srgbClr val="C1666B"/>
                </a:solidFill>
              </a:defRPr>
            </a:pPr>
            <a:r>
              <a:t>Honesty note: the Day 1 notebooks are scripted demonstrations over synthetic data, labelled ILLUSTRATIVE in the repository. The measured-pilot standard is slide 7.</a:t>
            </a:r>
          </a:p>
        </p:txBody>
      </p:sp>
      <p:pic>
        <p:nvPicPr>
          <p:cNvPr id="5" name="Picture 4" descr="gai-observe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67528" y="320040"/>
            <a:ext cx="1463040" cy="14630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9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1A1A2E"/>
                </a:solidFill>
              </a:defRPr>
            </a:pPr>
            <a:r>
              <a:t>Why agents fail in business — it is rarely the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20240"/>
            <a:ext cx="109728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100">
                <a:solidFill>
                  <a:srgbClr val="1A1A2E"/>
                </a:solidFill>
              </a:defRPr>
            </a:pPr>
            <a:r>
              <a:t>• Claims nobody can trace — a vision agent asserts; nobody can check where it looked.</a:t>
            </a:r>
          </a:p>
          <a:p>
            <a:pPr>
              <a:spcAft>
                <a:spcPts val="1400"/>
              </a:spcAft>
              <a:defRPr sz="2100">
                <a:solidFill>
                  <a:srgbClr val="1A1A2E"/>
                </a:solidFill>
              </a:defRPr>
            </a:pPr>
            <a:r>
              <a:t>• State nobody can audit — work happens in side channels; the audit is a reconstruction.</a:t>
            </a:r>
          </a:p>
          <a:p>
            <a:pPr>
              <a:spcAft>
                <a:spcPts val="1400"/>
              </a:spcAft>
              <a:defRPr sz="2100">
                <a:solidFill>
                  <a:srgbClr val="1A1A2E"/>
                </a:solidFill>
              </a:defRPr>
            </a:pPr>
            <a:r>
              <a:t>• Behaviour nobody contracted — scope invented at runtime, outputs downstream cannot consume, runs that never cleanly end.</a:t>
            </a:r>
          </a:p>
          <a:p>
            <a:pPr>
              <a:spcAft>
                <a:spcPts val="1400"/>
              </a:spcAft>
              <a:defRPr sz="2100">
                <a:solidFill>
                  <a:srgbClr val="1A1A2E"/>
                </a:solidFill>
              </a:defRPr>
            </a:pPr>
            <a:r>
              <a:t>The lab's three patterns are the cheapest known controls for exactly these three failures — each one small, runnable, and public.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19088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</a:defRPr>
            </a:pPr>
            <a:r>
              <a:t>GAI Observe LLC · POC Learning Lab · github.com/GAI-Engineering/poc-learning-lab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9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1A1A2E"/>
                </a:solidFill>
              </a:defRPr>
            </a:pPr>
            <a:r>
              <a:t>Pattern 1 · Grounded perception + verification (POC 01)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20240"/>
            <a:ext cx="109728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100">
                <a:solidFill>
                  <a:srgbClr val="1A1A2E"/>
                </a:solidFill>
              </a:defRPr>
            </a:pPr>
            <a:r>
              <a:t>Flow: scene → claims (region + confidence) → flag rule → verification → survival rate.</a:t>
            </a:r>
          </a:p>
          <a:p>
            <a:pPr>
              <a:spcAft>
                <a:spcPts val="1400"/>
              </a:spcAft>
              <a:defRPr sz="2100">
                <a:solidFill>
                  <a:srgbClr val="1A1A2E"/>
                </a:solidFill>
              </a:defRPr>
            </a:pPr>
            <a:r>
              <a:t>The money: unverified automation is rework with a latency period. The survival rate prices human touch BEFORE scale.</a:t>
            </a:r>
          </a:p>
          <a:p>
            <a:pPr>
              <a:spcAft>
                <a:spcPts val="1400"/>
              </a:spcAft>
              <a:defRPr sz="2100">
                <a:solidFill>
                  <a:srgbClr val="1A1A2E"/>
                </a:solidFill>
              </a:defRPr>
            </a:pPr>
            <a:r>
              <a:t>Insurance &amp; field services — photo claims triage, damage assessment.</a:t>
            </a:r>
          </a:p>
          <a:p>
            <a:pPr>
              <a:spcAft>
                <a:spcPts val="1400"/>
              </a:spcAft>
              <a:defRPr sz="2100">
                <a:solidFill>
                  <a:srgbClr val="1A1A2E"/>
                </a:solidFill>
              </a:defRPr>
            </a:pPr>
            <a:r>
              <a:t>Construction &amp; facilities — site-inspection QA.  Retail — shelf/signage audits.</a:t>
            </a:r>
          </a:p>
          <a:p>
            <a:pPr>
              <a:spcAft>
                <a:spcPts val="1400"/>
              </a:spcAft>
              <a:defRPr sz="2100">
                <a:solidFill>
                  <a:srgbClr val="1A1A2E"/>
                </a:solidFill>
              </a:defRPr>
            </a:pPr>
            <a:r>
              <a:t>Public sector — accessibility audits of public spaces (the demo's case).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19088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</a:defRPr>
            </a:pPr>
            <a:r>
              <a:t>GAI Observe LLC · POC Learning Lab · github.com/GAI-Engineering/poc-learning-lab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9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1A1A2E"/>
                </a:solidFill>
              </a:defRPr>
            </a:pPr>
            <a:r>
              <a:t>Pattern 2 · The transcript is the system of record (POC 02)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20240"/>
            <a:ext cx="109728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100">
                <a:solidFill>
                  <a:srgbClr val="1A1A2E"/>
                </a:solidFill>
              </a:defRPr>
            </a:pPr>
            <a:r>
              <a:t>Flow: Analyst ↔ transcript ↔ Executor — no side channels; findings and replay read from the transcript alone.</a:t>
            </a:r>
          </a:p>
          <a:p>
            <a:pPr>
              <a:spcAft>
                <a:spcPts val="1400"/>
              </a:spcAft>
              <a:defRPr sz="2100">
                <a:solidFill>
                  <a:srgbClr val="1A1A2E"/>
                </a:solidFill>
              </a:defRPr>
            </a:pPr>
            <a:r>
              <a:t>The money: coordination failures are provenance failures. A transcript-of-record removes reconstruction cost from every audit, dispute and incident review.</a:t>
            </a:r>
          </a:p>
          <a:p>
            <a:pPr>
              <a:spcAft>
                <a:spcPts val="1400"/>
              </a:spcAft>
              <a:defRPr sz="2100">
                <a:solidFill>
                  <a:srgbClr val="1A1A2E"/>
                </a:solidFill>
              </a:defRPr>
            </a:pPr>
            <a:r>
              <a:t>Contact centres — agent-assist wrap-up, QA sampling, complaints.</a:t>
            </a:r>
          </a:p>
          <a:p>
            <a:pPr>
              <a:spcAft>
                <a:spcPts val="1400"/>
              </a:spcAft>
              <a:defRPr sz="2100">
                <a:solidFill>
                  <a:srgbClr val="1A1A2E"/>
                </a:solidFill>
              </a:defRPr>
            </a:pPr>
            <a:r>
              <a:t>Finance operations — reconciliations with a full trail.  Healthcare admin — auditable case coordination.</a:t>
            </a:r>
          </a:p>
          <a:p>
            <a:pPr>
              <a:spcAft>
                <a:spcPts val="1400"/>
              </a:spcAft>
              <a:defRPr sz="2100">
                <a:solidFill>
                  <a:srgbClr val="1A1A2E"/>
                </a:solidFill>
              </a:defRPr>
            </a:pPr>
            <a:r>
              <a:t>Shared services / BPO — any workflow where the client may say: show me.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19088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</a:defRPr>
            </a:pPr>
            <a:r>
              <a:t>GAI Observe LLC · POC Learning Lab · github.com/GAI-Engineering/poc-learning-lab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9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1A1A2E"/>
                </a:solidFill>
              </a:defRPr>
            </a:pPr>
            <a:r>
              <a:t>Pattern 3 · Contract before capability — RODS (POC 03)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20240"/>
            <a:ext cx="109728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100">
                <a:solidFill>
                  <a:srgbClr val="1A1A2E"/>
                </a:solidFill>
              </a:defRPr>
            </a:pPr>
            <a:r>
              <a:t>Flow: four-line contract → linter → run → typed completion signal → termination on the signal.</a:t>
            </a:r>
          </a:p>
          <a:p>
            <a:pPr>
              <a:spcAft>
                <a:spcPts val="1400"/>
              </a:spcAft>
              <a:defRPr sz="2100">
                <a:solidFill>
                  <a:srgbClr val="1A1A2E"/>
                </a:solidFill>
              </a:defRPr>
            </a:pPr>
            <a:r>
              <a:t>The money: agent incidents are contract incidents. Four lines and a checker price the risk BEFORE deployment — the cheapest control in this field.</a:t>
            </a:r>
          </a:p>
          <a:p>
            <a:pPr>
              <a:spcAft>
                <a:spcPts val="1400"/>
              </a:spcAft>
              <a:defRPr sz="2100">
                <a:solidFill>
                  <a:srgbClr val="1A1A2E"/>
                </a:solidFill>
              </a:defRPr>
            </a:pPr>
            <a:r>
              <a:t>Telecom &amp; utilities — regulated operations, SLA extraction.</a:t>
            </a:r>
          </a:p>
          <a:p>
            <a:pPr>
              <a:spcAft>
                <a:spcPts val="1400"/>
              </a:spcAft>
              <a:defRPr sz="2100">
                <a:solidFill>
                  <a:srgbClr val="1A1A2E"/>
                </a:solidFill>
              </a:defRPr>
            </a:pPr>
            <a:r>
              <a:t>Banking &amp; insurance — document extraction with explicit do-nots.</a:t>
            </a:r>
          </a:p>
          <a:p>
            <a:pPr>
              <a:spcAft>
                <a:spcPts val="1400"/>
              </a:spcAft>
              <a:defRPr sz="2100">
                <a:solidFill>
                  <a:srgbClr val="1A1A2E"/>
                </a:solidFill>
              </a:defRPr>
            </a:pPr>
            <a:r>
              <a:t>Legal operations — clause and obligation extraction (the demo's case).  Any enterprise — as the intake gate for internal agents.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19088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</a:defRPr>
            </a:pPr>
            <a:r>
              <a:t>GAI Observe LLC · POC Learning Lab · github.com/GAI-Engineering/poc-learning-lab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9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1A1A2E"/>
                </a:solidFill>
              </a:defRPr>
            </a:pPr>
            <a:r>
              <a:t>The concepts on one screen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20240"/>
            <a:ext cx="109728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100">
                <a:solidFill>
                  <a:srgbClr val="1A1A2E"/>
                </a:solidFill>
              </a:defRPr>
            </a:pPr>
            <a:r>
              <a:t>01 SEE:  scene → claims + confidence → flag → verify → SURVIVAL RATE</a:t>
            </a:r>
          </a:p>
          <a:p>
            <a:pPr>
              <a:spcAft>
                <a:spcPts val="1400"/>
              </a:spcAft>
              <a:defRPr sz="2100">
                <a:solidFill>
                  <a:srgbClr val="1A1A2E"/>
                </a:solidFill>
              </a:defRPr>
            </a:pPr>
            <a:r>
              <a:t>02 TALK: Analyst ↔ TRANSCRIPT (the record) ↔ Executor → findings · replay · audit</a:t>
            </a:r>
          </a:p>
          <a:p>
            <a:pPr>
              <a:spcAft>
                <a:spcPts val="1400"/>
              </a:spcAft>
              <a:defRPr sz="2100">
                <a:solidFill>
                  <a:srgbClr val="1A1A2E"/>
                </a:solidFill>
              </a:defRPr>
            </a:pPr>
            <a:r>
              <a:t>03 RODS: contract → LINT → run → typed signal → clean termination</a:t>
            </a:r>
          </a:p>
          <a:p>
            <a:pPr>
              <a:spcAft>
                <a:spcPts val="1400"/>
              </a:spcAft>
              <a:defRPr sz="2100">
                <a:solidFill>
                  <a:srgbClr val="1A1A2E"/>
                </a:solidFill>
              </a:defRPr>
            </a:pPr>
            <a:r>
              <a:t>Full diagrams (Mermaid, rendered on GitHub): diagrams/CONCEPT-DIAGRAMS.md in the repository.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19088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</a:defRPr>
            </a:pPr>
            <a:r>
              <a:t>GAI Observe LLC · POC Learning Lab · github.com/GAI-Engineering/poc-learning-lab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9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1A1A2E"/>
                </a:solidFill>
              </a:defRPr>
            </a:pPr>
            <a:r>
              <a:t>From demonstration to deployment — four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20240"/>
            <a:ext cx="109728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100">
                <a:solidFill>
                  <a:srgbClr val="1A1A2E"/>
                </a:solidFill>
              </a:defRPr>
            </a:pPr>
            <a:r>
              <a:t>1 · Pattern fit (days) — name the owner and the cost line the pattern moves. No pattern, no project.</a:t>
            </a:r>
          </a:p>
          <a:p>
            <a:pPr>
              <a:spcAft>
                <a:spcPts val="1400"/>
              </a:spcAft>
              <a:defRPr sz="2100">
                <a:solidFill>
                  <a:srgbClr val="1A1A2E"/>
                </a:solidFill>
              </a:defRPr>
            </a:pPr>
            <a:r>
              <a:t>2 · Measured pilot (weeks) — one site, one workflow, human checkers; illustrative metrics become measured ones against a recorded baseline.</a:t>
            </a:r>
          </a:p>
          <a:p>
            <a:pPr>
              <a:spcAft>
                <a:spcPts val="1400"/>
              </a:spcAft>
              <a:defRPr sz="2100">
                <a:solidFill>
                  <a:srgbClr val="1A1A2E"/>
                </a:solidFill>
              </a:defRPr>
            </a:pPr>
            <a:r>
              <a:t>3 · Contract &amp; controls (weeks) — RODS contracts on every agent, transcript-of-record on, verification loop staffed.</a:t>
            </a:r>
          </a:p>
          <a:p>
            <a:pPr>
              <a:spcAft>
                <a:spcPts val="1400"/>
              </a:spcAft>
              <a:defRPr sz="2100">
                <a:solidFill>
                  <a:srgbClr val="1A1A2E"/>
                </a:solidFill>
              </a:defRPr>
            </a:pPr>
            <a:r>
              <a:t>4 · Scale decision — expand only on the measured pilot numbers. The same evidence discipline this repo is published under.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19088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</a:defRPr>
            </a:pPr>
            <a:r>
              <a:t>GAI Observe LLC · POC Learning Lab · github.com/GAI-Engineering/poc-learning-lab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9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1A1A2E"/>
                </a:solidFill>
              </a:defRPr>
            </a:pPr>
            <a:r>
              <a:t>The lean start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20240"/>
            <a:ext cx="109728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100">
                <a:solidFill>
                  <a:srgbClr val="1A1A2E"/>
                </a:solidFill>
              </a:defRPr>
            </a:pPr>
            <a:r>
              <a:t>The reference implementations are free (MIT code / CC BY 4.0 text) and run offline — inspect them before any meeting.</a:t>
            </a:r>
          </a:p>
          <a:p>
            <a:pPr>
              <a:spcAft>
                <a:spcPts val="1400"/>
              </a:spcAft>
              <a:defRPr sz="2100">
                <a:solidFill>
                  <a:srgbClr val="1A1A2E"/>
                </a:solidFill>
              </a:defRPr>
            </a:pPr>
            <a:r>
              <a:t>Step 2's real cost is people-time: one business owner, one engineer, checker hours for the verification loop.</a:t>
            </a:r>
          </a:p>
          <a:p>
            <a:pPr>
              <a:spcAft>
                <a:spcPts val="1400"/>
              </a:spcAft>
              <a:defRPr sz="2100">
                <a:solidFill>
                  <a:srgbClr val="1A1A2E"/>
                </a:solidFill>
              </a:defRPr>
            </a:pPr>
            <a:r>
              <a:t>Evidence first. Platform spend after the numbers exist.</a:t>
            </a:r>
          </a:p>
          <a:p>
            <a:pPr>
              <a:spcAft>
                <a:spcPts val="1400"/>
              </a:spcAft>
              <a:defRPr sz="2100">
                <a:solidFill>
                  <a:srgbClr val="1A1A2E"/>
                </a:solidFill>
              </a:defRPr>
            </a:pPr>
            <a:r>
              <a:t>Repository: github.com/GAI-Engineering/poc-learning-lab — business case: business/BUSINESS-CASE.md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19088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</a:defRPr>
            </a:pPr>
            <a:r>
              <a:t>GAI Observe LLC · POC Learning Lab · github.com/GAI-Engineering/poc-learning-lab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